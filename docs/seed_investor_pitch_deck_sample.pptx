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Rex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6002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E2E8F0"/>
                </a:solidFill>
                <a:latin typeface="Aptos Display"/>
              </a:rPr>
              <a:t>AI copilot untuk laporan keuangan UMKM.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Investor Seed Round • SaaS / Subscription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 Display"/>
              </a:rPr>
              <a:t>Pre-Seed • Rp 750.000.000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Rex Founder | founder@rex.ai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0533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ptos Display"/>
              </a:rPr>
              <a:t>Duration: 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Aptos"/>
              </a:rPr>
              <a:t>Developed by Galuh Adi Insani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Buktikan masalah yang urgent.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71500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UMKM sulit mencatat transaksi harian.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Laporan manual rawan salah.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4069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112264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PROOF OF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41448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24 dari 30 UMKM masih manual.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Problem harus terasa urgent, sering terjadi, dan mahal.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Jelaskan perubahan sebelum/sesudah produk.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71500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Input transaksi via chat.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Dashboard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4069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112264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41448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Hemat waktu dan insight keuangan.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Solusi harus menjelaskan kondisi sebelum dan sesudah memakai produk.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Tunjukkan cara kerja produk.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57784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OCR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Dashboard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Export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28800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975104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PRODUCT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304288"/>
            <a:ext cx="3794759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Chat -&gt; klasifikasi -&gt;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520440"/>
            <a:ext cx="4160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666744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995928"/>
            <a:ext cx="3794759" cy="7315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Owner tahu cashflow.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Investor harus paham value produk tanpa demo panjang.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PELUANG 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Peluang 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Tunjukkan TAM/SAM/SOM dan wedge.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120T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18T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450M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99669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Target UMKM F&amp;B.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Wedge WhatsApp.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TAM besar penting, tetapi wedge awal yang bisa dimenangkan lebih penting.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MODEL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Model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SaaS / Subscription - Customer membayar biaya berlangganan bulanan/tahunan.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85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99rb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ARPU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&lt;2 bulan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CAC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99669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Subscription SaaS bulanan.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Paket Pro untuk multi-outlet.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Add-on premium untuk automation dan analytics.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Expansion revenue melalui seat, outlet, usage, atau modul tambahan.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Pitch focus: MRR/ARR, retention, churn, ARPU, CAC payback, expansion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TRAKSI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Traksi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Bukti demand dan kualitas retention/growth.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1200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85 juta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+28% MoM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231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99669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pilot berbayar.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Pipeline 180 UMKM.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Traction harus membuktikan demand, bukan hanya vanity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Jelaskan mesin akuisisi.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71500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Komunitas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Referral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Partner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4069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112264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ICP &amp;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41448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UMKM F&amp;B
Channel utama: Komunitas UMKM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GTM harus menunjukkan acquisition motion yang bisa berulang.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Alternatif yang dipakai customer, kelemahannya, dan kenapa kita menang.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744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  <a:gridCol w="2686050"/>
              </a:tblGrid>
              <a:tr h="1112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Alternative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Weakness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edge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Kompleks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Mudah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Lambat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Menang di simplicity dan distribusi.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FINANCIALS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Financials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Hubungkan angka, runway, dan funding 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71500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Product 40%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Growth 35%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CS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4069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112264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ASK &amp; NEXT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41448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Rp 750.000.000 Pre-Seed
Runway: 18 bulan
Raise Seed setelah MRR 500jt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Ask harus jelas: jumlah, runway, use of funds, dan target pembuktian.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Founder-market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71500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Rex CEO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Nadia 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4069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112264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FOUNDER-MARKET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41448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Display"/>
              </a:rPr>
              <a:t>Tim punya akses UMKM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Tim harus terlihat punya unfair advantage untuk mengeksekusi peluang ini.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 Display"/>
              </a:rPr>
              <a:t>KESIAPAN INVESTOR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8869680" cy="530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Kesiapan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Ringkas kekuatan, risiko, dan fokus diskusi investor.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Rex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ptos"/>
              </a:rPr>
              <a:t>Confidential Investor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47395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20" b="0">
                <a:solidFill>
                  <a:srgbClr val="64748B"/>
                </a:solidFill>
                <a:latin typeface="Aptos"/>
              </a:rPr>
              <a:t>Developed by Galuh Adi Insani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86/100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11 bulan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19202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Rp 800.0Jt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423160"/>
            <a:ext cx="3246120" cy="210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 Display"/>
              </a:rPr>
              <a:t>BURN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99669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Revenue diproyeksikan tumbuh 300.0% dari Year 1 ke Year 2. Narasikan asumsi channel dan conversion yang membuat growth ini realistis.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Gross margin 78.0% memberi sinyal model bisnis bisa scalable bila CAC dan retention terkendali.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Runway input 18 bulan terlihat agresif dibanding estimasi burn Year 1 sekitar 11 bulan.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4301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 Display"/>
              </a:rPr>
              <a:t>Investor takeaway: Deck readiness 86/100. Fokus: problem urgency, traction quality, revenue engine, dan funding-to-milestone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8686800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Let’s help UMKM understand money.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8920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Rex Founder
founder@rex.ai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550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Aptos"/>
              </a:rPr>
              <a:t>Developed by Galuh Adi Insani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